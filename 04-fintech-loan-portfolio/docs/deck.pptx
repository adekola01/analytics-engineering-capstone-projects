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04 · LENDING / FINTECH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PAR Number You Can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Your Name To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34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restructuring can change the paperwork — it cannot change whether the borrower is current.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LendWell · Portfolio-at-Risk Reconciliation · Analytics Engineering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0" y="5394960"/>
            <a:ext cx="1188720" cy="1188720"/>
          </a:xfrm>
          <a:prstGeom prst="ellipse">
            <a:avLst/>
          </a:prstGeom>
          <a:solidFill>
            <a:srgbClr val="D9A44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 as stated to 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EF1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Risk Officer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317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higher number is right, we are under-provisioned. That is a regulatory issue.”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EF1FB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Credit Risk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317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borrower's behavior hasn't changed. Compute PAR from what people actually paid.”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EF1F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Collections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463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“Restructuring resets the clock in the servicer. We rarely re-flag someone who slips again.”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EF1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251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8463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register is hand-maintained. It's what Finance reports PAR from today.”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question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default — one threshold or several?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64792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(PAR30) and provisioning (PAR90) serve different audiences.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32304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865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restructuring reset the delinquency clock?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734056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servicer's schedule says yes. The repayment ledger can say no.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0156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55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partial payments be treated?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703320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Short-paid is not the same as missed — conflating them misdirects collections.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70832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25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the active book?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672584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loans belong in the denominator at all.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40096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9437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register is 'reported'?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641848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number Finance already pulls, not a cleaner version of 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 in the raw data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restructuring clock reset is the single biggest driver of the gap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Restructured loans re-delinquent, never re-flagged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3055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servicer's schedule resets; the register almost never catches up.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4894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032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delinquent loans never booked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5069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coverage/timing lag in Collections' own process.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double-posted repayments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37083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settled instalment logged twice, inflating cash received.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18922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189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1435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payments miscounted as missed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49097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Short-paid instalments wrongly folded into the delinquency count.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mart, two views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fct_loan_performance — the servicer's label vs. the ledger's truth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servicer's view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 — 'restructured' suppresses delinquency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FIRST_DUE_DATE — resets on every restructure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what Collections currently reports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3A4A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783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ledger's view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688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true_dpd — measured against the ORIGINAL schedule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is_true_par30 / is_true_par90 — independent of any label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is_hidden_restructure_risk — the headline finding, isolated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bridge — reported PAR to true PAR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loan population named, none absorbed silently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1971446" cy="1920240"/>
          </a:xfrm>
          <a:prstGeom prst="roundRect">
            <a:avLst>
              <a:gd name="adj" fmla="val 3333"/>
            </a:avLst>
          </a:prstGeom>
          <a:solidFill>
            <a:srgbClr val="EEF1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75688"/>
            <a:ext cx="19714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9714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200400"/>
            <a:ext cx="18251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currently in Collections' register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611526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67558" y="1965960"/>
            <a:ext cx="1971446" cy="1920240"/>
          </a:xfrm>
          <a:prstGeom prst="roundRect">
            <a:avLst>
              <a:gd name="adj" fmla="val 3333"/>
            </a:avLst>
          </a:prstGeom>
          <a:solidFill>
            <a:srgbClr val="EEF1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67558" y="2075688"/>
            <a:ext cx="19714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67558" y="2377440"/>
            <a:ext cx="19714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Hidden risk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3200400"/>
            <a:ext cx="18251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Restructured &amp; ledger-delinquent, never re-flagged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39005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95037" y="1965960"/>
            <a:ext cx="1971446" cy="1920240"/>
          </a:xfrm>
          <a:prstGeom prst="roundRect">
            <a:avLst>
              <a:gd name="adj" fmla="val 3333"/>
            </a:avLst>
          </a:prstGeom>
          <a:solidFill>
            <a:srgbClr val="EEF1F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95037" y="2075688"/>
            <a:ext cx="19714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95037" y="2377440"/>
            <a:ext cx="19714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Unbooked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168189" y="3200400"/>
            <a:ext cx="18251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delinquent, not yet in the register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066483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22515" y="1965960"/>
            <a:ext cx="1971446" cy="1920240"/>
          </a:xfrm>
          <a:prstGeom prst="roundRect">
            <a:avLst>
              <a:gd name="adj" fmla="val 3333"/>
            </a:avLst>
          </a:prstGeom>
          <a:solidFill>
            <a:srgbClr val="EEF1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22515" y="2075688"/>
            <a:ext cx="19714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22515" y="2377440"/>
            <a:ext cx="19714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Stale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395667" y="3200400"/>
            <a:ext cx="18251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register, not currently ledger-delinquent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293962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49994" y="1965960"/>
            <a:ext cx="1971446" cy="19202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549994" y="2075688"/>
            <a:ext cx="19714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549994" y="2377440"/>
            <a:ext cx="19714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PAR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623146" y="3200400"/>
            <a:ext cx="18251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independently from the repayment ledger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a regression guard: true PAR30 can never fall below reported PAR at the portfolio level — if it ever does, the clock-reset bug is back.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finding: hidden restructure risk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Restructured, ledger-delinquent again, invisible to the register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3444240" cy="1737360"/>
          </a:xfrm>
          <a:prstGeom prst="roundRect">
            <a:avLst>
              <a:gd name="adj" fmla="val 3684"/>
            </a:avLst>
          </a:prstGeom>
          <a:solidFill>
            <a:srgbClr val="EEF1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44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source-system tables needed — computed from the existing ledger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58640" y="1783080"/>
            <a:ext cx="3444240" cy="1737360"/>
          </a:xfrm>
          <a:prstGeom prst="roundRect">
            <a:avLst>
              <a:gd name="adj" fmla="val 3684"/>
            </a:avLst>
          </a:prstGeom>
          <a:solidFill>
            <a:srgbClr val="EEF1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58640" y="1965960"/>
            <a:ext cx="344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450080" y="288036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PAR thresholds tracked — PAR30 and PAR90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77200" y="1783080"/>
            <a:ext cx="3444240" cy="1737360"/>
          </a:xfrm>
          <a:prstGeom prst="roundRect">
            <a:avLst>
              <a:gd name="adj" fmla="val 3684"/>
            </a:avLst>
          </a:prstGeom>
          <a:solidFill>
            <a:srgbClr val="EEF1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77200" y="1965960"/>
            <a:ext cx="344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168640" y="288036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guard: true PAR can never fall below reported PAR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881360" cy="19202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886200"/>
            <a:ext cx="10149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loan count and outstanding value populate the moment dbt build runs against your Snowflake sandbox — see is_hidden_restructure_risk in fct_loan_performance and the engagement README for expected order of magnitude.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— what happens if this breaks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business-rule tests, all hard stops — ~22 tests total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1148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no_overpayment_per_instalment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posting exceeding its scheduled 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the run; risks wrongly clearing a delinquent instalment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no_duplicate_postings_counted_twice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double-posted repayment inflating cash received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the run; pages on-call directly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bridge_ties_to_true_par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bridge and the mart silently disagreeing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the CRO deck until fixed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true_par_meets_or_exceeds_reported_par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regression to honoring the clock reset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stop — investigated before anything else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fixed vs. what needs a process change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 the model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377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double-posted repayments — deduped, excluded, flagged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payments — correctly separated from missed instalments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3A4A9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417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process change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03120"/>
            <a:ext cx="49377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Restructuring should trigger a review, not an automatic clock reset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freshness SLA on the repayments feed — directly stales true_dpd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8064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EEF1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58064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one ledger-true PAR number now, independent of the register — and it explains, loan by loan, exactly how much risk the current reporting was missing.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2026-09-01T10:42:15Z</dcterms:created>
  <dcterms:modified xsi:type="dcterms:W3CDTF">2026-09-01T10:42:15Z</dcterms:modified>
</cp:coreProperties>
</file>