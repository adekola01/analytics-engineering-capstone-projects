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01 · RETAIL / FINANCE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Finance and Ops See Different Numbers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And What We're Doing About It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4348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never a bug. It was two undocumented definitions of revenue.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Lumen &amp; Loom · Revenue Reconciliation · Analytics Engineering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515600" y="5394960"/>
            <a:ext cx="1188720" cy="1188720"/>
          </a:xfrm>
          <a:prstGeom prst="ellipse">
            <a:avLst/>
          </a:prstGeom>
          <a:solidFill>
            <a:srgbClr val="E8A33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 as stated to us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EAF4F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37360"/>
            <a:ext cx="502920" cy="502920"/>
          </a:xfrm>
          <a:prstGeom prst="ellipse">
            <a:avLst/>
          </a:prstGeom>
          <a:solidFill>
            <a:srgbClr val="0B3D5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55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of Finance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3317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a customer paid us in March, that's March revenue — even if it ships in April.”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EA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1737360"/>
            <a:ext cx="502920" cy="502920"/>
          </a:xfrm>
          <a:prstGeom prst="ellipse">
            <a:avLst/>
          </a:prstGeom>
          <a:solidFill>
            <a:srgbClr val="0B3D5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755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Operations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3317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“Our number is what we actually fulfilled and shipped. Anything else is wishful thinking.”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EA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251960"/>
            <a:ext cx="502920" cy="502920"/>
          </a:xfrm>
          <a:prstGeom prst="ellipse">
            <a:avLst/>
          </a:prstGeom>
          <a:solidFill>
            <a:srgbClr val="0B3D5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270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8463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payment gateway double-logs a settled webhook sometimes. I've never fully trusted it.”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97764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EAF4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4251960"/>
            <a:ext cx="502920" cy="502920"/>
          </a:xfrm>
          <a:prstGeom prst="ellipse">
            <a:avLst/>
          </a:prstGeom>
          <a:solidFill>
            <a:srgbClr val="0B3D5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270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8463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two numbers are 8 to 12 percent apart. Someone needs to tell us which one is real.”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question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revenue “earned”?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64792"/>
            <a:ext cx="10058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payment, at shipment, or somewhere in between?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32304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38658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do with a cancelled-but-charged order?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734056"/>
            <a:ext cx="10058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was collected on an order that will never ship.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0156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3558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refunds net against the month they were charged?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703320"/>
            <a:ext cx="10058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refund weeks later can cross a month boundary.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7083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3251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duplicate payments a revenue problem or a plumbing problem?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672584"/>
            <a:ext cx="10058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double-logs inflate any naive cash total.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3400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340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9437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Whose number wins on the board slide?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641848"/>
            <a:ext cx="10058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— both are correct for what they measure.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 in the raw data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data-quality issues, none of them flagged in the brief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&amp; retried payments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30552"/>
            <a:ext cx="100584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declines retry before settling — never cash, excluded by status alone.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489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9032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double-logged settlements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250692"/>
            <a:ext cx="100584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successful payment logged twice, seconds apart.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Cancelled-but-charged orders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370832"/>
            <a:ext cx="100584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collected on an order that was cancelled and never refunded.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18922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51892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1435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timing lag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490972"/>
            <a:ext cx="100584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 settle days to weeks after the order — sometimes into the next month.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mart, two views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fct_revenue — both teams query the same table, read different columns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0B3D5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830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Finance's view (cash-basis)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gross_revenue — deduped settled payments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net_revenue — gross minus lifetime refunds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revenue_recognition_month — keyed to payment date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exactly to the raw payment/refund ledger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7830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Ops' view (fulfillment-basis)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46888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fulfilled_amount — order value where shipped_at is set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was_fulfilled — did it actually ship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fulfillment_month — keyed to order creation date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“what did we actually deliver”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bridge — walking Ops' number to Finance's number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dollar of the gap, named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65960"/>
            <a:ext cx="1600200" cy="1920240"/>
          </a:xfrm>
          <a:prstGeom prst="roundRect">
            <a:avLst>
              <a:gd name="adj" fmla="val 4000"/>
            </a:avLst>
          </a:prstGeom>
          <a:solidFill>
            <a:srgbClr val="EAF4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0756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 #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200400"/>
            <a:ext cx="1453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value of everything shipped this cohort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25146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96312" y="1965960"/>
            <a:ext cx="1600200" cy="1920240"/>
          </a:xfrm>
          <a:prstGeom prst="roundRect">
            <a:avLst>
              <a:gd name="adj" fmla="val 4000"/>
            </a:avLst>
          </a:prstGeom>
          <a:solidFill>
            <a:srgbClr val="EAF4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496312" y="20756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496312" y="23774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WIP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569464" y="3200400"/>
            <a:ext cx="1453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Charged, not yet shipped — legitimate cash, not yet fulfilled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096512" y="25146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52544" y="1965960"/>
            <a:ext cx="1600200" cy="1920240"/>
          </a:xfrm>
          <a:prstGeom prst="roundRect">
            <a:avLst>
              <a:gd name="adj" fmla="val 4000"/>
            </a:avLst>
          </a:prstGeom>
          <a:solidFill>
            <a:srgbClr val="EAF4F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52544" y="20756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52544" y="23774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Leakage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425696" y="3200400"/>
            <a:ext cx="1453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&amp; cancelled, never refunded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952744" y="25146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08776" y="1965960"/>
            <a:ext cx="1600200" cy="1920240"/>
          </a:xfrm>
          <a:prstGeom prst="roundRect">
            <a:avLst>
              <a:gd name="adj" fmla="val 4000"/>
            </a:avLst>
          </a:prstGeom>
          <a:solidFill>
            <a:srgbClr val="EAF4F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08776" y="20756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08776" y="23774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Duplicates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281928" y="3200400"/>
            <a:ext cx="1453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double-logged settlements, excluded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808976" y="25146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065008" y="1965960"/>
            <a:ext cx="1600200" cy="1920240"/>
          </a:xfrm>
          <a:prstGeom prst="roundRect">
            <a:avLst>
              <a:gd name="adj" fmla="val 4000"/>
            </a:avLst>
          </a:prstGeom>
          <a:solidFill>
            <a:srgbClr val="EAF4F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65008" y="20756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065008" y="23774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Refunds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138160" y="3200400"/>
            <a:ext cx="1453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lifetime refund value against the cohort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665208" y="25146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921240" y="1965960"/>
            <a:ext cx="1600200" cy="1920240"/>
          </a:xfrm>
          <a:prstGeom prst="roundRect">
            <a:avLst>
              <a:gd name="adj" fmla="val 4000"/>
            </a:avLst>
          </a:prstGeom>
          <a:solidFill>
            <a:srgbClr val="0B3D5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921240" y="20756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921240" y="23774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#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994392" y="3200400"/>
            <a:ext cx="1453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Reconciled net revenue — ties to the ledger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4206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 a business-rule test: the bridge must tie to fct_revenue's own net_revenue, exactly, every month.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finding: cancellation leakage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collected on cancelled orders, never refunded — not revenue, not resolved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3444240" cy="1737360"/>
          </a:xfrm>
          <a:prstGeom prst="roundRect">
            <a:avLst>
              <a:gd name="adj" fmla="val 3684"/>
            </a:avLst>
          </a:prstGeom>
          <a:solidFill>
            <a:srgbClr val="EAF4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344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80360"/>
            <a:ext cx="326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 both Finance and Ops now query — fct_revenue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58640" y="1783080"/>
            <a:ext cx="3444240" cy="1737360"/>
          </a:xfrm>
          <a:prstGeom prst="roundRect">
            <a:avLst>
              <a:gd name="adj" fmla="val 3684"/>
            </a:avLst>
          </a:prstGeom>
          <a:solidFill>
            <a:srgbClr val="EAF4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58640" y="1965960"/>
            <a:ext cx="344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450080" y="2880360"/>
            <a:ext cx="326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Named, signed components in the bridge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77200" y="1783080"/>
            <a:ext cx="3444240" cy="1737360"/>
          </a:xfrm>
          <a:prstGeom prst="roundRect">
            <a:avLst>
              <a:gd name="adj" fmla="val 3684"/>
            </a:avLst>
          </a:prstGeom>
          <a:solidFill>
            <a:srgbClr val="EAF4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77200" y="1965960"/>
            <a:ext cx="344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168640" y="2880360"/>
            <a:ext cx="326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silently dropped or guessed at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10881360" cy="1920240"/>
          </a:xfrm>
          <a:prstGeom prst="roundRect">
            <a:avLst>
              <a:gd name="adj" fmla="val 3333"/>
            </a:avLst>
          </a:prstGeom>
          <a:solidFill>
            <a:srgbClr val="0B3D5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3886200"/>
            <a:ext cx="10149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dollar value and order count populate the moment dbt build runs against your Snowflake sandbox — see cancellation_leakage_amount in fct_revenue and the engagement README for expected order of magnitude.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gap moves month to month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isn't a new problem every month — it's the same mechanic on a rolling basis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0B3D5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830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recognized at payment date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refund is netted in the month it settles — not restated back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 routinely land weeks after the original sale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7830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consequence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46888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month's reported revenue can still move later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expected behavior, not a data error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fct_revenue_reconciliation_bridge names this as refunds_recognized_in_later_month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— what happens if this breaks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business-rule tests, all hard stops — 30 tests total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11480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no_over_refunding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refund exceeding its own payment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the run; routed to the payments team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no_duplicate_settlements_counted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duplicate gateway webhook slipping into revenue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the run; pages on-call directly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bridge_ties_to_fct_revenue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bridge and the mart silently disagreeing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deck generation until fixed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net_revenue_ties_to_raw_ledger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drift from the raw payment/refund ledger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stop — nothing ships until it ties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fixed vs. what still needs source-system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0B3D5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 the model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49377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gateway settlements — deduped, excluded, flagged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shipping timestamps — treated as in-transit, not dropped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0" y="14173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source-system fix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103120"/>
            <a:ext cx="49377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Order-management clock skew (UPDATED_AT before CREATED_AT)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freshness SLA on the refunds or shipping feeds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580644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EAF4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58064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B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one number now — net_revenue, tied to the ledger. Both teams' views are still available, and both are explainable from the same data.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2026-09-01T10:42:15Z</dcterms:created>
  <dcterms:modified xsi:type="dcterms:W3CDTF">2026-09-01T10:42:15Z</dcterms:modified>
</cp:coreProperties>
</file>