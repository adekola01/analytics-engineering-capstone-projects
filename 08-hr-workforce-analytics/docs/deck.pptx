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5C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3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08 · PEOPLE OPS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Workforce Number,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Teams Can Both Sign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4348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3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transfer moved a person between departments. It never made them leave the company.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3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Atlas · Workforce Reconciliation · Analytics Engineering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515600" y="5394960"/>
            <a:ext cx="1188720" cy="1188720"/>
          </a:xfrm>
          <a:prstGeom prst="ellipse">
            <a:avLst/>
          </a:prstGeom>
          <a:solidFill>
            <a:srgbClr val="C97B4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 as stated to us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EFF5F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37360"/>
            <a:ext cx="502920" cy="502920"/>
          </a:xfrm>
          <a:prstGeom prst="ellipse">
            <a:avLst/>
          </a:prstGeom>
          <a:solidFill>
            <a:srgbClr val="3E5C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755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People Officer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317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genuinely cannot tell them, and that is not acceptable.”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EFF5F2"/>
          </a:solidFill>
          <a:ln/>
        </p:spPr>
      </p:sp>
      <p:sp>
        <p:nvSpPr>
          <p:cNvPr id="10" name="Shape 8"/>
          <p:cNvSpPr/>
          <p:nvPr/>
        </p:nvSpPr>
        <p:spPr>
          <a:xfrm>
            <a:off x="6583680" y="1737360"/>
            <a:ext cx="502920" cy="502920"/>
          </a:xfrm>
          <a:prstGeom prst="ellipse">
            <a:avLst/>
          </a:prstGeom>
          <a:solidFill>
            <a:srgbClr val="3E5C5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7556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of Talent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3317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someone we lost comes back six months later, Finance treats them as brand new.”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776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EFF5F2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251960"/>
            <a:ext cx="502920" cy="502920"/>
          </a:xfrm>
          <a:prstGeom prst="ellipse">
            <a:avLst/>
          </a:prstGeom>
          <a:solidFill>
            <a:srgbClr val="3E5C5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Finance / FP&amp;A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8463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Talent's tenure theory were right, we'd be paying people for years they weren't here.”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09360" y="397764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EFF5F2"/>
          </a:solidFill>
          <a:ln/>
        </p:spPr>
      </p:sp>
      <p:sp>
        <p:nvSpPr>
          <p:cNvPr id="20" name="Shape 18"/>
          <p:cNvSpPr/>
          <p:nvPr/>
        </p:nvSpPr>
        <p:spPr>
          <a:xfrm>
            <a:off x="6583680" y="4251960"/>
            <a:ext cx="502920" cy="502920"/>
          </a:xfrm>
          <a:prstGeom prst="ellipse">
            <a:avLst/>
          </a:prstGeom>
          <a:solidFill>
            <a:srgbClr val="3E5C5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251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27024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84632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closed employment record doesn't always mean someone actually left.”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real question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grain of “an employee”?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64792"/>
            <a:ext cx="10058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person, not an employment record — the HRIS opens a new one on every move.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32304"/>
            <a:ext cx="457200" cy="45720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4323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38658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internal movement be modeled?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734056"/>
            <a:ext cx="10058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transfer is one continuous employment, not an exit and a hire.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401568"/>
            <a:ext cx="457200" cy="45720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3558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defines tenure across a rehire gap?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703320"/>
            <a:ext cx="10058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naive extreme survives both sides' objections.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370832"/>
            <a:ext cx="457200" cy="45720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3708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3251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attrition?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672584"/>
            <a:ext cx="10058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exits only — transfers explicitly excluded.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340096"/>
            <a:ext cx="457200" cy="45720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340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9437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field is authoritative when status and date disagree?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5641848"/>
            <a:ext cx="100584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field trusted only where it's actually reliable.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 in the raw data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miscounted as exits explain most of the spread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83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closed as records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30552"/>
            <a:ext cx="100584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internal move closes one record and opens another — Finance counts the closure as an exit.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48940"/>
            <a:ext cx="457200" cy="45720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9032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Status/date conflicts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250692"/>
            <a:ext cx="100584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null termination date, incorrectly stamped 'terminated'.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employment records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370832"/>
            <a:ext cx="100584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2021 migration double-loaded a slice of records under new IDs.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5189220"/>
            <a:ext cx="457200" cy="457200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51892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1435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duplication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490972"/>
            <a:ext cx="100584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and reviews generated against the duplicated records too.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mart, two views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fct_workforce — record-based instincts vs. the person-based history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3E5C5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830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Finance's naive view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current_stint_span_days — resets on a transfer OR a rehire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closed record read as a termination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Undercounts tenure for anyone who's ever moved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78308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69A29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09360" y="178308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person-based view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468880"/>
            <a:ext cx="49377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tenure_time_in_seat_days — continuous across transfers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had_transfer / had_rehire — full history, never erased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rehire_gap_days_excluded — the gap, proven excluded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bridge — Finance's number to Talent's number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closed-record population named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965960"/>
            <a:ext cx="2528316" cy="1920240"/>
          </a:xfrm>
          <a:prstGeom prst="roundRect">
            <a:avLst>
              <a:gd name="adj" fmla="val 3333"/>
            </a:avLst>
          </a:prstGeom>
          <a:solidFill>
            <a:srgbClr val="EFF5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075688"/>
            <a:ext cx="25283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2528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Naive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200400"/>
            <a:ext cx="23820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closed employment record in the window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168396" y="25146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24428" y="1965960"/>
            <a:ext cx="2528316" cy="1920240"/>
          </a:xfrm>
          <a:prstGeom prst="roundRect">
            <a:avLst>
              <a:gd name="adj" fmla="val 3333"/>
            </a:avLst>
          </a:prstGeom>
          <a:solidFill>
            <a:srgbClr val="EFF5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4428" y="2075688"/>
            <a:ext cx="25283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4428" y="2377440"/>
            <a:ext cx="2528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Dupes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497580" y="3200400"/>
            <a:ext cx="23820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double-loads that happened to close in-window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952744" y="25146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08776" y="1965960"/>
            <a:ext cx="2528316" cy="1920240"/>
          </a:xfrm>
          <a:prstGeom prst="roundRect">
            <a:avLst>
              <a:gd name="adj" fmla="val 3333"/>
            </a:avLst>
          </a:prstGeom>
          <a:solidFill>
            <a:srgbClr val="EFF5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08776" y="2075688"/>
            <a:ext cx="25283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08776" y="2377440"/>
            <a:ext cx="2528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Transfers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281928" y="3200400"/>
            <a:ext cx="23820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moves, represented as a closed record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737092" y="2514600"/>
            <a:ext cx="256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7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993124" y="1965960"/>
            <a:ext cx="2528316" cy="1920240"/>
          </a:xfrm>
          <a:prstGeom prst="roundRect">
            <a:avLst>
              <a:gd name="adj" fmla="val 3333"/>
            </a:avLst>
          </a:prstGeom>
          <a:solidFill>
            <a:srgbClr val="3E5C5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93124" y="2075688"/>
            <a:ext cx="25283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3ED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993124" y="2377440"/>
            <a:ext cx="25283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exits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066276" y="3200400"/>
            <a:ext cx="23820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Person-based, ties to an independent recount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2062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by a business-rule test: the bridge's walked total must equal the independently recomputed exit count, exactly.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tenure spread, decomposed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definitions, side by side — never silently collapsed to one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83080"/>
            <a:ext cx="3444240" cy="1737360"/>
          </a:xfrm>
          <a:prstGeom prst="roundRect">
            <a:avLst>
              <a:gd name="adj" fmla="val 3684"/>
            </a:avLst>
          </a:prstGeom>
          <a:solidFill>
            <a:srgbClr val="EFF5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344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Lowest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80360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stint — Finance's naive claim, resets on any move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58640" y="1783080"/>
            <a:ext cx="3444240" cy="1737360"/>
          </a:xfrm>
          <a:prstGeom prst="roundRect">
            <a:avLst>
              <a:gd name="adj" fmla="val 3684"/>
            </a:avLst>
          </a:prstGeom>
          <a:solidFill>
            <a:srgbClr val="EFF5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58640" y="1965960"/>
            <a:ext cx="344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450080" y="2880360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Time-in-seat — recommended, excludes rehire gaps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077200" y="1783080"/>
            <a:ext cx="3444240" cy="1737360"/>
          </a:xfrm>
          <a:prstGeom prst="roundRect">
            <a:avLst>
              <a:gd name="adj" fmla="val 3684"/>
            </a:avLst>
          </a:prstGeom>
          <a:solidFill>
            <a:srgbClr val="EFF5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77200" y="1965960"/>
            <a:ext cx="344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E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168640" y="2880360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first hire — Talent's implied claim, includes gaps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— what happens if this breaks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business-rule tests, all hard stops — ~20 tests total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C97B4A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84048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5C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headcount_reconciles_to_distinct_active_people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mart and an independent recount disagreeing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most senior check — blocks everything downstream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transfers_net_to_zero_across_departments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transfer creating or destroying headcount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 on-call — direct proof transfers aren't miscounted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department_headcount_sums_to_company_total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person double-attributed or falling out entirely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department-level reporting until fixed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bridge_ties_to_true_genuine_exits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bridge and the mart silently disagreeing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deck generation until fixed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5C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fixed vs. what needs a source-system fix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1475720" y="502920"/>
            <a:ext cx="256032" cy="256032"/>
          </a:xfrm>
          <a:prstGeom prst="ellipse">
            <a:avLst/>
          </a:prstGeom>
          <a:solidFill>
            <a:srgbClr val="C97B4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3E5C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 the model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03120"/>
            <a:ext cx="49377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employment/payroll/review records — deduped, flagged, excluded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status/date conflict — resolved by trusting each field where it's reliable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41732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69A29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14173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source-system fix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103120"/>
            <a:ext cx="493776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transfer event type, independent of a closed-record status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review dates from a failing cycle-close job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5806440"/>
            <a:ext cx="10881360" cy="777240"/>
          </a:xfrm>
          <a:prstGeom prst="roundRect">
            <a:avLst>
              <a:gd name="adj" fmla="val 8235"/>
            </a:avLst>
          </a:prstGeom>
          <a:solidFill>
            <a:srgbClr val="EFF5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58064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3E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one workforce model now. The CPO can walk into the boardroom with one number, sized, sourced, and defensible.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2026-09-01T10:42:15Z</dcterms:created>
  <dcterms:modified xsi:type="dcterms:W3CDTF">2026-09-01T10:42:15Z</dcterms:modified>
</cp:coreProperties>
</file>