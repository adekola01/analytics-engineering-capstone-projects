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5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7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05 · HEALTHCARE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10881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No-Show Number,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Traced Line by Line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4348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7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and 13% were both computed correctly — they just weren't answering the same question.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CareGrid · No-Show Reconciliation · Analytics Engineering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515600" y="5394960"/>
            <a:ext cx="1188720" cy="1188720"/>
          </a:xfrm>
          <a:prstGeom prst="ellipse">
            <a:avLst/>
          </a:prstGeom>
          <a:solidFill>
            <a:srgbClr val="F2545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4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situation as stated to us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1475720" y="502920"/>
            <a:ext cx="256032" cy="256032"/>
          </a:xfrm>
          <a:prstGeom prst="ellipse">
            <a:avLst/>
          </a:prstGeom>
          <a:solidFill>
            <a:srgbClr val="F254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63040"/>
            <a:ext cx="5212080" cy="2331720"/>
          </a:xfrm>
          <a:prstGeom prst="roundRect">
            <a:avLst>
              <a:gd name="adj" fmla="val 3137"/>
            </a:avLst>
          </a:prstGeom>
          <a:solidFill>
            <a:srgbClr val="E6F7F5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737360"/>
            <a:ext cx="502920" cy="502920"/>
          </a:xfrm>
          <a:prstGeom prst="ellipse">
            <a:avLst/>
          </a:prstGeom>
          <a:solidFill>
            <a:srgbClr val="045C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7556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Operating Officer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33172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can't run an initiative against a number I don't trust.”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463040"/>
            <a:ext cx="5212080" cy="2331720"/>
          </a:xfrm>
          <a:prstGeom prst="roundRect">
            <a:avLst>
              <a:gd name="adj" fmla="val 3137"/>
            </a:avLst>
          </a:prstGeom>
          <a:solidFill>
            <a:srgbClr val="E6F7F5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0" y="1737360"/>
            <a:ext cx="502920" cy="502920"/>
          </a:xfrm>
          <a:prstGeom prst="ellipse">
            <a:avLst/>
          </a:prstGeom>
          <a:solidFill>
            <a:srgbClr val="045C5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17556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Clinical Operations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33172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no-show is when a patient just doesn't turn up and doesn't tell us.”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5212080" cy="2331720"/>
          </a:xfrm>
          <a:prstGeom prst="roundRect">
            <a:avLst>
              <a:gd name="adj" fmla="val 3137"/>
            </a:avLst>
          </a:prstGeom>
          <a:solidFill>
            <a:srgbClr val="E6F7F5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251960"/>
            <a:ext cx="502920" cy="502920"/>
          </a:xfrm>
          <a:prstGeom prst="ellipse">
            <a:avLst/>
          </a:prstGeom>
          <a:solidFill>
            <a:srgbClr val="045C5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2702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Access Manager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84632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“Staff close a visit out however their location trained them to.”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3977640"/>
            <a:ext cx="5212080" cy="2331720"/>
          </a:xfrm>
          <a:prstGeom prst="roundRect">
            <a:avLst>
              <a:gd name="adj" fmla="val 3137"/>
            </a:avLst>
          </a:prstGeom>
          <a:solidFill>
            <a:srgbClr val="E6F7F5"/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0" y="4251960"/>
            <a:ext cx="502920" cy="502920"/>
          </a:xfrm>
          <a:prstGeom prst="ellipse">
            <a:avLst/>
          </a:prstGeom>
          <a:solidFill>
            <a:srgbClr val="045C5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42702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of Revenue Cycle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484632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“Billing tells you about money, not attendance. Don't conflate the two.”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4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question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1475720" y="502920"/>
            <a:ext cx="256032" cy="256032"/>
          </a:xfrm>
          <a:prstGeom prst="ellipse">
            <a:avLst/>
          </a:prstGeom>
          <a:solidFill>
            <a:srgbClr val="F254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F254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counts as a no-show?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64792"/>
            <a:ext cx="100584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 flag isn't always a genuine miss.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432304"/>
            <a:ext cx="457200" cy="457200"/>
          </a:xfrm>
          <a:prstGeom prst="ellipse">
            <a:avLst/>
          </a:prstGeom>
          <a:solidFill>
            <a:srgbClr val="F2545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432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38658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denominator?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734056"/>
            <a:ext cx="100584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Cancellations describe scheduling, not attendance — do they belong in the rate?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401568"/>
            <a:ext cx="457200" cy="457200"/>
          </a:xfrm>
          <a:prstGeom prst="ellipse">
            <a:avLst/>
          </a:prstGeom>
          <a:solidFill>
            <a:srgbClr val="F2545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3558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track a reschedule?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703320"/>
            <a:ext cx="100584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Rescheduled twice then attended — how many no-shows is that?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370832"/>
            <a:ext cx="457200" cy="457200"/>
          </a:xfrm>
          <a:prstGeom prst="ellipse">
            <a:avLst/>
          </a:prstGeom>
          <a:solidFill>
            <a:srgbClr val="F2545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370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3251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reconcile status flags across locations?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4672584"/>
            <a:ext cx="100584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site keys the same outcome differently.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340096"/>
            <a:ext cx="457200" cy="457200"/>
          </a:xfrm>
          <a:prstGeom prst="ellipse">
            <a:avLst/>
          </a:prstGeom>
          <a:solidFill>
            <a:srgbClr val="F2545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340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29437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billing be trusted as an attendance signal?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5641848"/>
            <a:ext cx="100584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corroborates. It should never override.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4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found in the raw data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Reschedule misflags explain most of the gap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1475720" y="502920"/>
            <a:ext cx="256032" cy="256032"/>
          </a:xfrm>
          <a:prstGeom prst="ellipse">
            <a:avLst/>
          </a:prstGeom>
          <a:solidFill>
            <a:srgbClr val="F2545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F2545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83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Reschedule misflags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130552"/>
            <a:ext cx="100584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of rescheduled visits still closed out as no_show/missed.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948940"/>
            <a:ext cx="457200" cy="457200"/>
          </a:xfrm>
          <a:prstGeom prst="ellipse">
            <a:avLst/>
          </a:prstGeom>
          <a:solidFill>
            <a:srgbClr val="F2545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9032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misflags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250692"/>
            <a:ext cx="100584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smaller share of cancellations keyed the same way.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457200" cy="457200"/>
          </a:xfrm>
          <a:prstGeom prst="ellipse">
            <a:avLst/>
          </a:prstGeom>
          <a:solidFill>
            <a:srgbClr val="F2545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023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bookings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370832"/>
            <a:ext cx="100584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double-submit bug occasionally writes the same slot twice.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5189220"/>
            <a:ext cx="457200" cy="457200"/>
          </a:xfrm>
          <a:prstGeom prst="ellipse">
            <a:avLst/>
          </a:prstGeom>
          <a:solidFill>
            <a:srgbClr val="F2545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51892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1435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link columns looked untrustworthy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5490972"/>
            <a:ext cx="100584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strip the reschedule link — traced, not just distrusted.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4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mart, two views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fct_appointments — the raw flag vs. the resolved chain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1475720" y="502920"/>
            <a:ext cx="256032" cy="256032"/>
          </a:xfrm>
          <a:prstGeom prst="ellipse">
            <a:avLst/>
          </a:prstGeom>
          <a:solidFill>
            <a:srgbClr val="F2545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83080"/>
            <a:ext cx="5212080" cy="502920"/>
          </a:xfrm>
          <a:prstGeom prst="roundRect">
            <a:avLst>
              <a:gd name="adj" fmla="val 10909"/>
            </a:avLst>
          </a:prstGeom>
          <a:solidFill>
            <a:srgbClr val="045C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7830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flag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68880"/>
            <a:ext cx="4937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raw_status — as keyed by the front desk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is_naive_no_show — what a straight count(*) would return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rescheduled slot counted on its own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783080"/>
            <a:ext cx="5212080" cy="502920"/>
          </a:xfrm>
          <a:prstGeom prst="roundRect">
            <a:avLst>
              <a:gd name="adj" fmla="val 10909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7830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resolved chain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468880"/>
            <a:ext cx="4937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canonical_status — cancel/reschedule links override the flag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logical_visit_id — the whole chain collapsed to one visit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is_true_no_show — only the terminal outcome counts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4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bridge — 22% to 13%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population named, none silently absorbed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1475720" y="502920"/>
            <a:ext cx="256032" cy="256032"/>
          </a:xfrm>
          <a:prstGeom prst="ellipse">
            <a:avLst/>
          </a:prstGeom>
          <a:solidFill>
            <a:srgbClr val="F2545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965960"/>
            <a:ext cx="1971446" cy="1920240"/>
          </a:xfrm>
          <a:prstGeom prst="roundRect">
            <a:avLst>
              <a:gd name="adj" fmla="val 3333"/>
            </a:avLst>
          </a:prstGeom>
          <a:solidFill>
            <a:srgbClr val="E6F7F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075688"/>
            <a:ext cx="19714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77440"/>
            <a:ext cx="197144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22%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3200400"/>
            <a:ext cx="18251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count — every row flagged no_show/missed, duplicates included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611526" y="251460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5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867558" y="1965960"/>
            <a:ext cx="1971446" cy="1920240"/>
          </a:xfrm>
          <a:prstGeom prst="roundRect">
            <a:avLst>
              <a:gd name="adj" fmla="val 3333"/>
            </a:avLst>
          </a:prstGeom>
          <a:solidFill>
            <a:srgbClr val="E6F7F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867558" y="2075688"/>
            <a:ext cx="19714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5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867558" y="2377440"/>
            <a:ext cx="197144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Dupes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2940710" y="3200400"/>
            <a:ext cx="18251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Double-submitted bookings that happened to carry the flag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839005" y="251460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5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095037" y="1965960"/>
            <a:ext cx="1971446" cy="1920240"/>
          </a:xfrm>
          <a:prstGeom prst="roundRect">
            <a:avLst>
              <a:gd name="adj" fmla="val 3333"/>
            </a:avLst>
          </a:prstGeom>
          <a:solidFill>
            <a:srgbClr val="E6F7F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95037" y="2075688"/>
            <a:ext cx="19714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5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095037" y="2377440"/>
            <a:ext cx="197144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Reschedules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5168189" y="3200400"/>
            <a:ext cx="18251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forward links, closed out as missed anyway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066483" y="251460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5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322515" y="1965960"/>
            <a:ext cx="1971446" cy="1920240"/>
          </a:xfrm>
          <a:prstGeom prst="roundRect">
            <a:avLst>
              <a:gd name="adj" fmla="val 3333"/>
            </a:avLst>
          </a:prstGeom>
          <a:solidFill>
            <a:srgbClr val="E6F7F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22515" y="2075688"/>
            <a:ext cx="19714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5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322515" y="2377440"/>
            <a:ext cx="197144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Cancels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7395667" y="3200400"/>
            <a:ext cx="18251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cancel reason on record, closed out as missed anyway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9293962" y="251460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5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549994" y="1965960"/>
            <a:ext cx="1971446" cy="1920240"/>
          </a:xfrm>
          <a:prstGeom prst="roundRect">
            <a:avLst>
              <a:gd name="adj" fmla="val 3333"/>
            </a:avLst>
          </a:prstGeom>
          <a:solidFill>
            <a:srgbClr val="045C5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549994" y="2075688"/>
            <a:ext cx="19714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7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549994" y="2377440"/>
            <a:ext cx="197144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13%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9623146" y="3200400"/>
            <a:ext cx="18251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no-show rate — kept-intent visits only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4206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by a business-rule test: the bridge's walked total must equal fct_appointments' own true-no-show count, exactly, per location.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4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“Rescheduled twice then attended — how many no-shows?”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one real chain from the data, end to end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1475720" y="502920"/>
            <a:ext cx="256032" cy="256032"/>
          </a:xfrm>
          <a:prstGeom prst="ellipse">
            <a:avLst/>
          </a:prstGeom>
          <a:solidFill>
            <a:srgbClr val="F2545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83080"/>
            <a:ext cx="3444240" cy="1737360"/>
          </a:xfrm>
          <a:prstGeom prst="roundRect">
            <a:avLst>
              <a:gd name="adj" fmla="val 3684"/>
            </a:avLst>
          </a:prstGeom>
          <a:solidFill>
            <a:srgbClr val="E6F7F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965960"/>
            <a:ext cx="344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4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80360"/>
            <a:ext cx="326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No-shows counted — every hop before the terminal one is a move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58640" y="1783080"/>
            <a:ext cx="3444240" cy="1737360"/>
          </a:xfrm>
          <a:prstGeom prst="roundRect">
            <a:avLst>
              <a:gd name="adj" fmla="val 3684"/>
            </a:avLst>
          </a:prstGeom>
          <a:solidFill>
            <a:srgbClr val="E6F7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58640" y="1965960"/>
            <a:ext cx="344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4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4450080" y="2880360"/>
            <a:ext cx="326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Reschedule hops absorbed into one logical visit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77200" y="1783080"/>
            <a:ext cx="3444240" cy="1737360"/>
          </a:xfrm>
          <a:prstGeom prst="roundRect">
            <a:avLst>
              <a:gd name="adj" fmla="val 3684"/>
            </a:avLst>
          </a:prstGeom>
          <a:solidFill>
            <a:srgbClr val="E6F7F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77200" y="1965960"/>
            <a:ext cx="344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4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8168640" y="2880360"/>
            <a:ext cx="326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outcome that actually counts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4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— what happens if this breaks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business-rule tests, all hard stops — ~20 tests total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1475720" y="502920"/>
            <a:ext cx="256032" cy="256032"/>
          </a:xfrm>
          <a:prstGeom prst="ellipse">
            <a:avLst/>
          </a:prstGeom>
          <a:solidFill>
            <a:srgbClr val="F2545B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384048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5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Catches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5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production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5C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every_row_has_one_canonical_status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row falling through uncounted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Blocks the run before any mart builds on 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no_double_counted_visit_intent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patient intent counted as two visits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Pages on-call immediately — the correctness dimension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bridge_ties_to_fct_appointments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bridge and the mart silently disagreeing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Blocks deck generation until fixed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billing_never_contradicts_canonical_status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office-visit charge against a no-show, or the reverse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Routed to on-call, then Revenue Cycle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4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fixed vs. what needs a front-desk fix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1475720" y="502920"/>
            <a:ext cx="256032" cy="256032"/>
          </a:xfrm>
          <a:prstGeom prst="ellipse">
            <a:avLst/>
          </a:prstGeom>
          <a:solidFill>
            <a:srgbClr val="F254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17320"/>
            <a:ext cx="5212080" cy="502920"/>
          </a:xfrm>
          <a:prstGeom prst="roundRect">
            <a:avLst>
              <a:gd name="adj" fmla="val 10909"/>
            </a:avLst>
          </a:prstGeom>
          <a:solidFill>
            <a:srgbClr val="045C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in the model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493776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bookings — deduped, kept visible for the naive comparison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link-column distrust — traced to the duplicate-booking bug, resolved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212080" cy="502920"/>
          </a:xfrm>
          <a:prstGeom prst="roundRect">
            <a:avLst>
              <a:gd name="adj" fmla="val 10909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09360" y="14173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front-desk fix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103120"/>
            <a:ext cx="493776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consistent close-out rule — not the empty-chair button by default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fee billing is inconsistent across locations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580644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E6F7F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580644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04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one appointment model now. The 13% true rate is what the initiative should be measured against.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2026-09-01T10:42:15Z</dcterms:created>
  <dcterms:modified xsi:type="dcterms:W3CDTF">2026-09-01T10:42:15Z</dcterms:modified>
</cp:coreProperties>
</file>